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Pros of using Best Buy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109457"/>
            <a:ext cx="10353762" cy="4019739"/>
          </a:xfrm>
        </p:spPr>
        <p:txBody>
          <a:bodyPr>
            <a:normAutofit/>
          </a:bodyPr>
          <a:lstStyle/>
          <a:p>
            <a:pPr marL="571500" indent="-571500"/>
            <a:r>
              <a:rPr lang="en-US" dirty="0"/>
              <a:t>Convenience</a:t>
            </a:r>
          </a:p>
          <a:p>
            <a:pPr marL="571500" indent="-571500"/>
            <a:r>
              <a:rPr lang="en-US" dirty="0">
                <a:effectLst/>
              </a:rPr>
              <a:t>Wide selection</a:t>
            </a:r>
          </a:p>
          <a:p>
            <a:pPr marL="571500" indent="-571500"/>
            <a:r>
              <a:rPr lang="en-US" dirty="0">
                <a:effectLst/>
              </a:rPr>
              <a:t>Competitive </a:t>
            </a:r>
            <a:r>
              <a:rPr lang="en-US" dirty="0" smtClean="0">
                <a:effectLst/>
              </a:rPr>
              <a:t>prices</a:t>
            </a:r>
          </a:p>
          <a:p>
            <a:pPr marL="571500" indent="-571500"/>
            <a:r>
              <a:rPr lang="en-US" dirty="0" smtClean="0">
                <a:effectLst/>
              </a:rPr>
              <a:t>Expert advice and support</a:t>
            </a:r>
            <a:endParaRPr lang="en-US" dirty="0">
              <a:effectLst/>
            </a:endParaRPr>
          </a:p>
          <a:p>
            <a:pPr marL="571500" indent="-571500"/>
            <a:r>
              <a:rPr lang="en-US" dirty="0">
                <a:effectLst/>
              </a:rPr>
              <a:t>Free shipping and delivery</a:t>
            </a:r>
          </a:p>
          <a:p>
            <a:pPr marL="571500" indent="-571500"/>
            <a:r>
              <a:rPr lang="en-US" dirty="0">
                <a:effectLst/>
              </a:rPr>
              <a:t>Reward programs</a:t>
            </a:r>
          </a:p>
          <a:p>
            <a:pPr marL="571500" indent="-571500"/>
            <a:r>
              <a:rPr lang="en-US" dirty="0">
                <a:effectLst/>
              </a:rPr>
              <a:t>Order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905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 of Using Best buy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Technical </a:t>
            </a:r>
            <a:r>
              <a:rPr lang="en-US" dirty="0" smtClean="0">
                <a:effectLst/>
              </a:rPr>
              <a:t>issues</a:t>
            </a:r>
          </a:p>
          <a:p>
            <a:r>
              <a:rPr lang="en-US" dirty="0" smtClean="0">
                <a:effectLst/>
              </a:rPr>
              <a:t>Shipping delays</a:t>
            </a:r>
          </a:p>
          <a:p>
            <a:r>
              <a:rPr lang="en-US" dirty="0">
                <a:effectLst/>
              </a:rPr>
              <a:t>Pricing </a:t>
            </a:r>
            <a:r>
              <a:rPr lang="en-US" dirty="0" smtClean="0">
                <a:effectLst/>
              </a:rPr>
              <a:t>inconsistencies</a:t>
            </a:r>
          </a:p>
          <a:p>
            <a:r>
              <a:rPr lang="en-US" dirty="0" smtClean="0">
                <a:effectLst/>
              </a:rPr>
              <a:t>Dependences on suppliers</a:t>
            </a:r>
            <a:endParaRPr lang="en-US" dirty="0" smtClean="0">
              <a:effectLst/>
            </a:endParaRPr>
          </a:p>
          <a:p>
            <a:r>
              <a:rPr lang="en-US" dirty="0">
                <a:effectLst/>
              </a:rPr>
              <a:t>Limited </a:t>
            </a:r>
            <a:r>
              <a:rPr lang="en-US" dirty="0" smtClean="0">
                <a:effectLst/>
              </a:rPr>
              <a:t>international  presence</a:t>
            </a:r>
            <a:endParaRPr lang="en-US" dirty="0" smtClean="0">
              <a:effectLst/>
            </a:endParaRPr>
          </a:p>
          <a:p>
            <a:r>
              <a:rPr lang="en-US" dirty="0">
                <a:effectLst/>
              </a:rPr>
              <a:t>Returns and exchanges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06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43</TotalTime>
  <Words>42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Bookman Old Style</vt:lpstr>
      <vt:lpstr>Rockwell</vt:lpstr>
      <vt:lpstr>Damask</vt:lpstr>
      <vt:lpstr>Pros of using Best Buy </vt:lpstr>
      <vt:lpstr>Cons of Using Best buy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 of using Best Buy</dc:title>
  <dc:creator>Sumitra Ghising</dc:creator>
  <cp:lastModifiedBy>Sumitra Ghising</cp:lastModifiedBy>
  <cp:revision>5</cp:revision>
  <dcterms:created xsi:type="dcterms:W3CDTF">2023-04-09T10:02:29Z</dcterms:created>
  <dcterms:modified xsi:type="dcterms:W3CDTF">2023-04-09T15:39:16Z</dcterms:modified>
</cp:coreProperties>
</file>